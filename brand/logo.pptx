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2"/>
    <p:restoredTop sz="94656"/>
  </p:normalViewPr>
  <p:slideViewPr>
    <p:cSldViewPr snapToGrid="0">
      <p:cViewPr>
        <p:scale>
          <a:sx n="215" d="100"/>
          <a:sy n="215" d="100"/>
        </p:scale>
        <p:origin x="1600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0F81-2DAF-7683-5A70-F093BE957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9D93E-82ED-822F-4D02-36CABB3DB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5BB4-234F-3E38-E07A-F58ECD71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0388E-79AB-9886-2411-57D98658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D5CFB-A85F-FC4C-6A7F-28F1DADA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3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1953-661E-1852-CCD8-6DB093C4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22CB-E943-21A8-F04B-14DD5604A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9BCF4-4C3A-C0A0-AECD-1650C577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0450F-626A-6EFD-86E9-12C24EC2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29247-4DB7-9F51-2AFD-4C469CDA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4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EC8A-1339-8759-7E64-FD5B1FE5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24412-2356-BA6F-3323-6943672C8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E03F9-EB99-4EC3-0C6D-9AF2480A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B597-1A5B-A66C-A5DA-711D1E76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0FDB-2177-7E7E-42B8-8A85381C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1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1617-956F-A306-0D7E-60212655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9B0BE-391C-5CD6-66D3-29EC590456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2BE3A-719E-D3D9-11CF-37F0D9769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7665E-DA4C-824A-4FA3-EC6B8CD2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96CC9-F680-E288-CFBF-952ADDDE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A6186-5E83-AE2C-540D-5DE7D165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4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2ECC-DACF-2CE9-3BC4-3E3A9D99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38A91-7803-2B01-CA4F-F46456979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D6E71-2922-AD7F-3846-A1DBAE776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666D3-6B1F-5C17-CBB5-06DD91406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E0314-B22C-949E-5AF2-168FB35AF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653C8-8E89-5D5E-DE14-52693022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65001A-B6DF-D3A0-7CC9-65C3765D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34E0A-0190-9262-C467-BF293997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8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2764-2CAE-240F-62F8-E53065FA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93243-AC83-0080-D43B-411DCC4A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2985-6442-ECB0-4E04-3E475C4C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4A5B7-A039-DED5-CB26-546DA78D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9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599B5-C5A5-6DAA-D081-8D29910E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1512B-8180-2C65-2C1F-A6123F1C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5D7CA-A6A8-1C6C-D379-56E53B66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54B5-8638-C1D2-DA05-9F67EB6E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4DD3-F2E1-5BA2-6599-E7EC3A243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B74BB-C23D-67A4-2E0A-03AF684AE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F9B4B-B51B-5F91-D149-A5D7A6D7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E6775-4A82-4159-3362-627B0928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7AFA6-79E5-4587-E24B-936E19E3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1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F282-77C0-FF89-86C1-4C90998A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80E20-8952-46EE-C3A0-5B6F001FE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36480-E591-DF17-8604-DCD4C1561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D4DB1-558A-9E35-0CC3-61814AFF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DE435-E753-0B46-12B8-39B3D52D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416C1-4339-3B10-7972-A5862C83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0B81-84F4-5111-FCF1-242B28CB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44D9C-8FDC-1B37-BB6C-EDC72097E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D6A9E-F91B-0B15-F031-13C08C30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7451-B3EE-2B14-C2CD-4E85A7D3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B2DD-6384-520D-8F99-758BB8AE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42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0CD8C-5C9B-47F3-8B72-41EEEB991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63012-812B-5F08-E428-FEB86F6C8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4E307-D3D9-C935-5BFD-39482185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61440-3AC3-C3C3-7A57-8E5DB738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44AE7-9402-DD8C-4B11-D82D0DB6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2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000D0-1E92-2954-ACD6-35F55E2A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CB949-7A81-8021-527D-6AB37874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368CA-72DC-BC75-FB00-A0653324B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D2B93-4603-6D46-89FB-BC9F90D3466A}" type="datetimeFigureOut">
              <a:rPr lang="en-US" smtClean="0"/>
              <a:t>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BE404-CA23-0F06-D89D-2E074AC80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D028D-4020-4872-8A43-9435CAE74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99677-F784-7C4B-837C-AEA9F2E6B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1999ACB-0C9A-0646-65DD-FF2BB8EC737D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226E24-F887-4D6D-8332-95656E4791D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1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B55681-B397-5EF0-585C-13F3E7475BA8}"/>
              </a:ext>
            </a:extLst>
          </p:cNvPr>
          <p:cNvGrpSpPr/>
          <p:nvPr/>
        </p:nvGrpSpPr>
        <p:grpSpPr>
          <a:xfrm>
            <a:off x="1619941" y="2309502"/>
            <a:ext cx="2856120" cy="2863836"/>
            <a:chOff x="4741600" y="2309502"/>
            <a:chExt cx="2856120" cy="2863836"/>
          </a:xfrm>
          <a:noFill/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4ADED6C-E8A2-7DE8-E559-D0E49B9A6EB1}"/>
                </a:ext>
              </a:extLst>
            </p:cNvPr>
            <p:cNvSpPr/>
            <p:nvPr/>
          </p:nvSpPr>
          <p:spPr>
            <a:xfrm rot="2700000">
              <a:off x="4737742" y="2313360"/>
              <a:ext cx="2863836" cy="2856120"/>
            </a:xfrm>
            <a:prstGeom prst="roundRect">
              <a:avLst/>
            </a:prstGeom>
            <a:grpFill/>
            <a:ln w="228600">
              <a:solidFill>
                <a:srgbClr val="F7F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7A8AA82-D588-1F27-78E6-F3390FD12E38}"/>
                </a:ext>
              </a:extLst>
            </p:cNvPr>
            <p:cNvSpPr/>
            <p:nvPr/>
          </p:nvSpPr>
          <p:spPr>
            <a:xfrm>
              <a:off x="5939811" y="3511571"/>
              <a:ext cx="459698" cy="459698"/>
            </a:xfrm>
            <a:prstGeom prst="ellipse">
              <a:avLst/>
            </a:prstGeom>
            <a:solidFill>
              <a:srgbClr val="F7F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2E84EE8-7653-7CA6-181E-71F3220FF514}"/>
                </a:ext>
              </a:extLst>
            </p:cNvPr>
            <p:cNvSpPr/>
            <p:nvPr/>
          </p:nvSpPr>
          <p:spPr>
            <a:xfrm>
              <a:off x="5939811" y="2592175"/>
              <a:ext cx="459698" cy="459698"/>
            </a:xfrm>
            <a:prstGeom prst="ellipse">
              <a:avLst/>
            </a:prstGeom>
            <a:solidFill>
              <a:srgbClr val="F7F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1084860-D580-3808-F7C4-1C400789AAF1}"/>
                </a:ext>
              </a:extLst>
            </p:cNvPr>
            <p:cNvSpPr/>
            <p:nvPr/>
          </p:nvSpPr>
          <p:spPr>
            <a:xfrm>
              <a:off x="5939811" y="4430967"/>
              <a:ext cx="459698" cy="459698"/>
            </a:xfrm>
            <a:prstGeom prst="ellipse">
              <a:avLst/>
            </a:prstGeom>
            <a:solidFill>
              <a:srgbClr val="F7F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5E3685F-0DC0-7514-6A1A-D815F04FBFF0}"/>
                </a:ext>
              </a:extLst>
            </p:cNvPr>
            <p:cNvSpPr/>
            <p:nvPr/>
          </p:nvSpPr>
          <p:spPr>
            <a:xfrm>
              <a:off x="5020415" y="3511571"/>
              <a:ext cx="459698" cy="459698"/>
            </a:xfrm>
            <a:prstGeom prst="ellipse">
              <a:avLst/>
            </a:prstGeom>
            <a:solidFill>
              <a:srgbClr val="F7F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4829125-A0D9-1C97-C7C0-4427BD2760C4}"/>
                </a:ext>
              </a:extLst>
            </p:cNvPr>
            <p:cNvSpPr/>
            <p:nvPr/>
          </p:nvSpPr>
          <p:spPr>
            <a:xfrm>
              <a:off x="6859207" y="3511571"/>
              <a:ext cx="459698" cy="459698"/>
            </a:xfrm>
            <a:prstGeom prst="ellipse">
              <a:avLst/>
            </a:prstGeom>
            <a:solidFill>
              <a:srgbClr val="F7F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4B2EBE-4960-36CD-03A3-BB565183B559}"/>
              </a:ext>
            </a:extLst>
          </p:cNvPr>
          <p:cNvGrpSpPr/>
          <p:nvPr/>
        </p:nvGrpSpPr>
        <p:grpSpPr>
          <a:xfrm>
            <a:off x="7715940" y="2309502"/>
            <a:ext cx="2856120" cy="2863836"/>
            <a:chOff x="4741600" y="2309502"/>
            <a:chExt cx="2856120" cy="2863836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E8A0001-09CE-CA52-DEEE-9D373AF77EC4}"/>
                </a:ext>
              </a:extLst>
            </p:cNvPr>
            <p:cNvSpPr/>
            <p:nvPr/>
          </p:nvSpPr>
          <p:spPr>
            <a:xfrm rot="2700000">
              <a:off x="4737742" y="2313360"/>
              <a:ext cx="2863836" cy="2856120"/>
            </a:xfrm>
            <a:prstGeom prst="roundRect">
              <a:avLst/>
            </a:prstGeom>
            <a:noFill/>
            <a:ln w="2286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D215A0D-7ED8-6A1C-7CBD-D48E428BE472}"/>
                </a:ext>
              </a:extLst>
            </p:cNvPr>
            <p:cNvSpPr/>
            <p:nvPr/>
          </p:nvSpPr>
          <p:spPr>
            <a:xfrm>
              <a:off x="5939811" y="3511571"/>
              <a:ext cx="459698" cy="459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BB1DE99-5DF9-4E57-D11A-47CEAC4BE3E6}"/>
                </a:ext>
              </a:extLst>
            </p:cNvPr>
            <p:cNvSpPr/>
            <p:nvPr/>
          </p:nvSpPr>
          <p:spPr>
            <a:xfrm>
              <a:off x="5939811" y="2592175"/>
              <a:ext cx="459698" cy="459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D50BAE-D273-8CF2-5D79-2B80FBBC26C7}"/>
                </a:ext>
              </a:extLst>
            </p:cNvPr>
            <p:cNvSpPr/>
            <p:nvPr/>
          </p:nvSpPr>
          <p:spPr>
            <a:xfrm>
              <a:off x="5939811" y="4430967"/>
              <a:ext cx="459698" cy="459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D17E0B2-29F2-1CA5-02A0-00D6EF438B59}"/>
                </a:ext>
              </a:extLst>
            </p:cNvPr>
            <p:cNvSpPr/>
            <p:nvPr/>
          </p:nvSpPr>
          <p:spPr>
            <a:xfrm>
              <a:off x="5020415" y="3511571"/>
              <a:ext cx="459698" cy="459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B48A4-5D4F-5CE2-DA96-3E8D9EA603E8}"/>
                </a:ext>
              </a:extLst>
            </p:cNvPr>
            <p:cNvSpPr/>
            <p:nvPr/>
          </p:nvSpPr>
          <p:spPr>
            <a:xfrm>
              <a:off x="6859207" y="3511571"/>
              <a:ext cx="459698" cy="459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025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Schwarz</dc:creator>
  <cp:lastModifiedBy>Jakob Schwarz</cp:lastModifiedBy>
  <cp:revision>1</cp:revision>
  <dcterms:created xsi:type="dcterms:W3CDTF">2025-02-13T21:38:01Z</dcterms:created>
  <dcterms:modified xsi:type="dcterms:W3CDTF">2025-02-13T21:47:06Z</dcterms:modified>
</cp:coreProperties>
</file>