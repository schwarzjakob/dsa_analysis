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62"/>
    <p:restoredTop sz="94656"/>
  </p:normalViewPr>
  <p:slideViewPr>
    <p:cSldViewPr snapToGrid="0">
      <p:cViewPr>
        <p:scale>
          <a:sx n="215" d="100"/>
          <a:sy n="215" d="100"/>
        </p:scale>
        <p:origin x="1600" y="1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38100" cy="381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F0F81-2DAF-7683-5A70-F093BE9570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59D93E-82ED-822F-4D02-36CABB3DBB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75BB4-234F-3E38-E07A-F58ECD714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0388E-79AB-9886-2411-57D986580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D5CFB-A85F-FC4C-6A7F-28F1DADA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39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11953-661E-1852-CCD8-6DB093C45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022CB-E943-21A8-F04B-14DD5604A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39BCF4-4C3A-C0A0-AECD-1650C577C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0450F-626A-6EFD-86E9-12C24EC21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29247-4DB7-9F51-2AFD-4C469CDA8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747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4EC8A-1339-8759-7E64-FD5B1FE52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524412-2356-BA6F-3323-6943672C8D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E03F9-EB99-4EC3-0C6D-9AF2480A7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DB597-1A5B-A66C-A5DA-711D1E76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830FDB-2177-7E7E-42B8-8A85381C9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915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C1617-956F-A306-0D7E-60212655B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9B0BE-391C-5CD6-66D3-29EC590456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82BE3A-719E-D3D9-11CF-37F0D9769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97665E-DA4C-824A-4FA3-EC6B8CD24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596CC9-F680-E288-CFBF-952ADDDEA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DA6186-5E83-AE2C-540D-5DE7D1652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445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82ECC-DACF-2CE9-3BC4-3E3A9D99E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A38A91-7803-2B01-CA4F-F464569796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D6E71-2922-AD7F-3846-A1DBAE7762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4666D3-6B1F-5C17-CBB5-06DD914060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E0314-B22C-949E-5AF2-168FB35AF0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6653C8-8E89-5D5E-DE14-526930227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65001A-B6DF-D3A0-7CC9-65C3765DD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A34E0A-0190-9262-C467-BF2939974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282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D2764-2CAE-240F-62F8-E53065FAF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C93243-AC83-0080-D43B-411DCC4AB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182985-6442-ECB0-4E04-3E475C4CF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54A5B7-A039-DED5-CB26-546DA78DE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991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0599B5-C5A5-6DAA-D081-8D29910E9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11512B-8180-2C65-2C1F-A6123F1CF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5D7CA-A6A8-1C6C-D379-56E53B660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657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254B5-8638-C1D2-DA05-9F67EB6E2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94DD3-F2E1-5BA2-6599-E7EC3A2430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CB74BB-C23D-67A4-2E0A-03AF684AE5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F9B4B-B51B-5F91-D149-A5D7A6D7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E6775-4A82-4159-3362-627B09283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D7AFA6-79E5-4587-E24B-936E19E3C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11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7F282-77C0-FF89-86C1-4C90998AF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A80E20-8952-46EE-C3A0-5B6F001FE6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936480-E591-DF17-8604-DCD4C1561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9D4DB1-558A-9E35-0CC3-61814AFF9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6DE435-E753-0B46-12B8-39B3D52D8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3416C1-4339-3B10-7972-A5862C830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90B81-84F4-5111-FCF1-242B28CB2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744D9C-8FDC-1B37-BB6C-EDC72097E2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D6A9E-F91B-0B15-F031-13C08C301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F97451-B3EE-2B14-C2CD-4E85A7D36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FB2DD-6384-520D-8F99-758BB8AE8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542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E0CD8C-5C9B-47F3-8B72-41EEEB9912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63012-812B-5F08-E428-FEB86F6C8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44E307-D3D9-C935-5BFD-394821851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F61440-3AC3-C3C3-7A57-8E5DB7389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044AE7-9402-DD8C-4B11-D82D0DB64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020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D000D0-1E92-2954-ACD6-35F55E2AE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ECB949-7A81-8021-527D-6AB378749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368CA-72DC-BC75-FB00-A0653324BD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D2B93-4603-6D46-89FB-BC9F90D3466A}" type="datetimeFigureOut">
              <a:rPr lang="en-US" smtClean="0"/>
              <a:t>2/13/25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BE404-CA23-0F06-D89D-2E074AC80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D028D-4020-4872-8A43-9435CAE74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D99677-F784-7C4B-837C-AEA9F2E6B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1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1999ACB-0C9A-0646-65DD-FF2BB8EC737D}"/>
              </a:ext>
            </a:extLst>
          </p:cNvPr>
          <p:cNvSpPr/>
          <p:nvPr/>
        </p:nvSpPr>
        <p:spPr>
          <a:xfrm>
            <a:off x="0" y="0"/>
            <a:ext cx="6096001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226E24-F887-4D6D-8332-95656E4791D8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F7F1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7B55681-B397-5EF0-585C-13F3E7475BA8}"/>
              </a:ext>
            </a:extLst>
          </p:cNvPr>
          <p:cNvGrpSpPr/>
          <p:nvPr/>
        </p:nvGrpSpPr>
        <p:grpSpPr>
          <a:xfrm>
            <a:off x="1619941" y="2309502"/>
            <a:ext cx="2856120" cy="2863836"/>
            <a:chOff x="4741600" y="2309502"/>
            <a:chExt cx="2856120" cy="2863836"/>
          </a:xfrm>
          <a:noFill/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D4ADED6C-E8A2-7DE8-E559-D0E49B9A6EB1}"/>
                </a:ext>
              </a:extLst>
            </p:cNvPr>
            <p:cNvSpPr/>
            <p:nvPr/>
          </p:nvSpPr>
          <p:spPr>
            <a:xfrm rot="2700000">
              <a:off x="4737742" y="2313360"/>
              <a:ext cx="2863836" cy="2856120"/>
            </a:xfrm>
            <a:prstGeom prst="roundRect">
              <a:avLst/>
            </a:prstGeom>
            <a:grpFill/>
            <a:ln w="228600">
              <a:solidFill>
                <a:srgbClr val="F7F1E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7A8AA82-D588-1F27-78E6-F3390FD12E38}"/>
                </a:ext>
              </a:extLst>
            </p:cNvPr>
            <p:cNvSpPr/>
            <p:nvPr/>
          </p:nvSpPr>
          <p:spPr>
            <a:xfrm>
              <a:off x="5939811" y="3511571"/>
              <a:ext cx="459698" cy="459698"/>
            </a:xfrm>
            <a:prstGeom prst="ellipse">
              <a:avLst/>
            </a:prstGeom>
            <a:solidFill>
              <a:srgbClr val="F7F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2E84EE8-7653-7CA6-181E-71F3220FF514}"/>
                </a:ext>
              </a:extLst>
            </p:cNvPr>
            <p:cNvSpPr/>
            <p:nvPr/>
          </p:nvSpPr>
          <p:spPr>
            <a:xfrm>
              <a:off x="5939811" y="2592175"/>
              <a:ext cx="459698" cy="459698"/>
            </a:xfrm>
            <a:prstGeom prst="ellipse">
              <a:avLst/>
            </a:prstGeom>
            <a:solidFill>
              <a:srgbClr val="F7F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1084860-D580-3808-F7C4-1C400789AAF1}"/>
                </a:ext>
              </a:extLst>
            </p:cNvPr>
            <p:cNvSpPr/>
            <p:nvPr/>
          </p:nvSpPr>
          <p:spPr>
            <a:xfrm>
              <a:off x="5939811" y="4430967"/>
              <a:ext cx="459698" cy="459698"/>
            </a:xfrm>
            <a:prstGeom prst="ellipse">
              <a:avLst/>
            </a:prstGeom>
            <a:solidFill>
              <a:srgbClr val="F7F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5E3685F-0DC0-7514-6A1A-D815F04FBFF0}"/>
                </a:ext>
              </a:extLst>
            </p:cNvPr>
            <p:cNvSpPr/>
            <p:nvPr/>
          </p:nvSpPr>
          <p:spPr>
            <a:xfrm>
              <a:off x="5020415" y="3511571"/>
              <a:ext cx="459698" cy="459698"/>
            </a:xfrm>
            <a:prstGeom prst="ellipse">
              <a:avLst/>
            </a:prstGeom>
            <a:solidFill>
              <a:srgbClr val="F7F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04829125-A0D9-1C97-C7C0-4427BD2760C4}"/>
                </a:ext>
              </a:extLst>
            </p:cNvPr>
            <p:cNvSpPr/>
            <p:nvPr/>
          </p:nvSpPr>
          <p:spPr>
            <a:xfrm>
              <a:off x="6859207" y="3511571"/>
              <a:ext cx="459698" cy="459698"/>
            </a:xfrm>
            <a:prstGeom prst="ellipse">
              <a:avLst/>
            </a:prstGeom>
            <a:solidFill>
              <a:srgbClr val="F7F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C4B2EBE-4960-36CD-03A3-BB565183B559}"/>
              </a:ext>
            </a:extLst>
          </p:cNvPr>
          <p:cNvGrpSpPr/>
          <p:nvPr/>
        </p:nvGrpSpPr>
        <p:grpSpPr>
          <a:xfrm>
            <a:off x="7715940" y="2309502"/>
            <a:ext cx="2856120" cy="2863836"/>
            <a:chOff x="4741600" y="2309502"/>
            <a:chExt cx="2856120" cy="2863836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E8A0001-09CE-CA52-DEEE-9D373AF77EC4}"/>
                </a:ext>
              </a:extLst>
            </p:cNvPr>
            <p:cNvSpPr/>
            <p:nvPr/>
          </p:nvSpPr>
          <p:spPr>
            <a:xfrm rot="2700000">
              <a:off x="4737742" y="2313360"/>
              <a:ext cx="2863836" cy="2856120"/>
            </a:xfrm>
            <a:prstGeom prst="roundRect">
              <a:avLst/>
            </a:prstGeom>
            <a:noFill/>
            <a:ln w="228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D215A0D-7ED8-6A1C-7CBD-D48E428BE472}"/>
                </a:ext>
              </a:extLst>
            </p:cNvPr>
            <p:cNvSpPr/>
            <p:nvPr/>
          </p:nvSpPr>
          <p:spPr>
            <a:xfrm>
              <a:off x="5939811" y="3511571"/>
              <a:ext cx="459698" cy="45969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BB1DE99-5DF9-4E57-D11A-47CEAC4BE3E6}"/>
                </a:ext>
              </a:extLst>
            </p:cNvPr>
            <p:cNvSpPr/>
            <p:nvPr/>
          </p:nvSpPr>
          <p:spPr>
            <a:xfrm>
              <a:off x="5939811" y="2592175"/>
              <a:ext cx="459698" cy="45969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4D50BAE-D273-8CF2-5D79-2B80FBBC26C7}"/>
                </a:ext>
              </a:extLst>
            </p:cNvPr>
            <p:cNvSpPr/>
            <p:nvPr/>
          </p:nvSpPr>
          <p:spPr>
            <a:xfrm>
              <a:off x="5939811" y="4430967"/>
              <a:ext cx="459698" cy="45969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D17E0B2-29F2-1CA5-02A0-00D6EF438B59}"/>
                </a:ext>
              </a:extLst>
            </p:cNvPr>
            <p:cNvSpPr/>
            <p:nvPr/>
          </p:nvSpPr>
          <p:spPr>
            <a:xfrm>
              <a:off x="5020415" y="3511571"/>
              <a:ext cx="459698" cy="45969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6EB48A4-5D4F-5CE2-DA96-3E8D9EA603E8}"/>
                </a:ext>
              </a:extLst>
            </p:cNvPr>
            <p:cNvSpPr/>
            <p:nvPr/>
          </p:nvSpPr>
          <p:spPr>
            <a:xfrm>
              <a:off x="6859207" y="3511571"/>
              <a:ext cx="459698" cy="459698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0250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76799-E038-03D6-241E-1A876D70F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44CBAC1-AF51-363B-5D28-0B3EB9914C04}"/>
              </a:ext>
            </a:extLst>
          </p:cNvPr>
          <p:cNvGrpSpPr/>
          <p:nvPr/>
        </p:nvGrpSpPr>
        <p:grpSpPr>
          <a:xfrm>
            <a:off x="1394790" y="2083331"/>
            <a:ext cx="3611222" cy="3620978"/>
            <a:chOff x="1394790" y="2083331"/>
            <a:chExt cx="3611222" cy="3620978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75576D8D-9E2D-0457-1F1F-BA542ED61AB7}"/>
                </a:ext>
              </a:extLst>
            </p:cNvPr>
            <p:cNvSpPr/>
            <p:nvPr/>
          </p:nvSpPr>
          <p:spPr>
            <a:xfrm rot="2700000">
              <a:off x="1389912" y="2088209"/>
              <a:ext cx="3620978" cy="3611222"/>
            </a:xfrm>
            <a:prstGeom prst="roundRect">
              <a:avLst/>
            </a:prstGeom>
            <a:solidFill>
              <a:schemeClr val="tx1"/>
            </a:solidFill>
            <a:ln w="2286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FD84E5-B83D-950A-7536-578B3C508FE8}"/>
                </a:ext>
              </a:extLst>
            </p:cNvPr>
            <p:cNvGrpSpPr/>
            <p:nvPr/>
          </p:nvGrpSpPr>
          <p:grpSpPr>
            <a:xfrm>
              <a:off x="1772341" y="2461902"/>
              <a:ext cx="2856120" cy="2863836"/>
              <a:chOff x="4741600" y="2309502"/>
              <a:chExt cx="2856120" cy="2863836"/>
            </a:xfrm>
            <a:noFill/>
          </p:grpSpPr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0A6D0A2D-3AA6-F925-6CF6-7A29FF7549E7}"/>
                  </a:ext>
                </a:extLst>
              </p:cNvPr>
              <p:cNvSpPr/>
              <p:nvPr/>
            </p:nvSpPr>
            <p:spPr>
              <a:xfrm rot="2700000">
                <a:off x="4737742" y="2313360"/>
                <a:ext cx="2863836" cy="2856120"/>
              </a:xfrm>
              <a:prstGeom prst="roundRect">
                <a:avLst/>
              </a:prstGeom>
              <a:grpFill/>
              <a:ln w="228600">
                <a:solidFill>
                  <a:srgbClr val="F7F1E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C3B923C-B5DE-43A6-6831-4F78B38EFA04}"/>
                  </a:ext>
                </a:extLst>
              </p:cNvPr>
              <p:cNvSpPr/>
              <p:nvPr/>
            </p:nvSpPr>
            <p:spPr>
              <a:xfrm>
                <a:off x="5939811" y="3511571"/>
                <a:ext cx="459698" cy="459698"/>
              </a:xfrm>
              <a:prstGeom prst="ellipse">
                <a:avLst/>
              </a:prstGeom>
              <a:solidFill>
                <a:srgbClr val="F7F1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23570E6-20B2-72C7-28B8-5A6BC5BB7186}"/>
                  </a:ext>
                </a:extLst>
              </p:cNvPr>
              <p:cNvSpPr/>
              <p:nvPr/>
            </p:nvSpPr>
            <p:spPr>
              <a:xfrm>
                <a:off x="5939811" y="2592175"/>
                <a:ext cx="459698" cy="459698"/>
              </a:xfrm>
              <a:prstGeom prst="ellipse">
                <a:avLst/>
              </a:prstGeom>
              <a:solidFill>
                <a:srgbClr val="F7F1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EF7DB0C-F51E-8875-8D1C-18F13E010060}"/>
                  </a:ext>
                </a:extLst>
              </p:cNvPr>
              <p:cNvSpPr/>
              <p:nvPr/>
            </p:nvSpPr>
            <p:spPr>
              <a:xfrm>
                <a:off x="5939811" y="4430967"/>
                <a:ext cx="459698" cy="459698"/>
              </a:xfrm>
              <a:prstGeom prst="ellipse">
                <a:avLst/>
              </a:prstGeom>
              <a:solidFill>
                <a:srgbClr val="F7F1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B1F1B3D-01B7-F5EE-E3CE-1D94614539BE}"/>
                  </a:ext>
                </a:extLst>
              </p:cNvPr>
              <p:cNvSpPr/>
              <p:nvPr/>
            </p:nvSpPr>
            <p:spPr>
              <a:xfrm>
                <a:off x="5020415" y="3511571"/>
                <a:ext cx="459698" cy="459698"/>
              </a:xfrm>
              <a:prstGeom prst="ellipse">
                <a:avLst/>
              </a:prstGeom>
              <a:solidFill>
                <a:srgbClr val="F7F1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C88553E-8AD3-9249-2D78-B56E6C676412}"/>
                  </a:ext>
                </a:extLst>
              </p:cNvPr>
              <p:cNvSpPr/>
              <p:nvPr/>
            </p:nvSpPr>
            <p:spPr>
              <a:xfrm>
                <a:off x="6859207" y="3511571"/>
                <a:ext cx="459698" cy="459698"/>
              </a:xfrm>
              <a:prstGeom prst="ellipse">
                <a:avLst/>
              </a:prstGeom>
              <a:solidFill>
                <a:srgbClr val="F7F1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46445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Jakob Schwarz</dc:creator>
  <cp:lastModifiedBy>Jakob Schwarz</cp:lastModifiedBy>
  <cp:revision>2</cp:revision>
  <dcterms:created xsi:type="dcterms:W3CDTF">2025-02-13T21:38:01Z</dcterms:created>
  <dcterms:modified xsi:type="dcterms:W3CDTF">2025-02-14T00:35:03Z</dcterms:modified>
</cp:coreProperties>
</file>